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Q4 2025</c:v>
                </c:pt>
                <c:pt idx="1">
                  <c:v>Q1 2026</c:v>
                </c:pt>
                <c:pt idx="2">
                  <c:v>Q2 2026</c:v>
                </c:pt>
                <c:pt idx="3">
                  <c:v>Q3 2026</c:v>
                </c:pt>
              </c:strCache>
            </c:strRef>
          </c:cat>
          <c:val>
            <c:numRef>
              <c:f>Sheet1!$B$2:$B$5</c:f>
              <c:numCache>
                <c:formatCode>$0.0"M"</c:formatCode>
                <c:ptCount val="4"/>
                <c:pt idx="0">
                  <c:v>16.2</c:v>
                </c:pt>
                <c:pt idx="1">
                  <c:v>14.8</c:v>
                </c:pt>
                <c:pt idx="2">
                  <c:v>16.9</c:v>
                </c:pt>
                <c:pt idx="3">
                  <c:v>18.4</c:v>
                </c:pt>
              </c:numCache>
            </c:numRef>
          </c:val>
        </c:ser>
        <c:dLbls>
          <c:numFmt formatCode="$0.0&quot;M&quot;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Quarterly review of trading, regions and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quarter, driven by the back-to-school and early autumn 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was our best quarter of the year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East missed plan because of the late store refit in Albany.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Halden Outdoor Co.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of $18.4M, up 9% on Q3 2025</a:t>
            </a:r>
          </a:p>
          <a:p>
            <a:r>
              <a:t>Gross margin of 41.2%, up 0.6 points</a:t>
            </a:r>
          </a:p>
          <a:p>
            <a:r>
              <a:t>Online sales reached 34% of revenue</a:t>
            </a:r>
          </a:p>
          <a:p>
            <a:r>
              <a:t>Two new stores opened, in Boise and Spokane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quarter</a:t>
            </a:r>
          </a:p>
        </p:txBody>
      </p:sp>
      <p:graphicFrame>
        <p:nvGraphicFramePr>
          <p:cNvPr id="3" name="Revenue chart"/>
          <p:cNvGraphicFramePr>
            <a:graphicFrameLocks noGrp="1"/>
          </p:cNvGraphicFramePr>
          <p:nvPr/>
        </p:nvGraphicFramePr>
        <p:xfrm>
          <a:off x="822960" y="160020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allout"/>
          <p:cNvSpPr/>
          <p:nvPr/>
        </p:nvSpPr>
        <p:spPr>
          <a:xfrm>
            <a:off x="9052560" y="2194560"/>
            <a:ext cx="2377440" cy="1371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/>
              <a:t>+9%</a:t>
            </a:r>
          </a:p>
          <a:p>
            <a:pPr algn="ctr"/>
            <a:r>
              <a:rPr sz="1600"/>
              <a:t>vs Q3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graphicFrame>
        <p:nvGraphicFramePr>
          <p:cNvPr id="3" name="Regional table"/>
          <p:cNvGraphicFramePr>
            <a:graphicFrameLocks noGrp="1"/>
          </p:cNvGraphicFramePr>
          <p:nvPr/>
        </p:nvGraphicFramePr>
        <p:xfrm>
          <a:off x="822960" y="17373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31520">
                <a:tc>
                  <a:txBody>
                    <a:bodyPr/>
                    <a:lstStyle/>
                    <a:p>
                      <a:r>
                        <a:rPr sz="20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vs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Gross margin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$7.1M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+4%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42.0%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$5.6M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+1%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40.1%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$5.7M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−2%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2000"/>
                        <a:t>41.3%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the holiday campaign on November 1</a:t>
            </a:r>
          </a:p>
          <a:p>
            <a:r>
              <a:t>Hire 40 seasonal staff before Thanksgiving</a:t>
            </a:r>
          </a:p>
          <a:p>
            <a:r>
              <a:t>Grow online share to 38% of sales</a:t>
            </a:r>
          </a:p>
          <a:p>
            <a:r>
              <a:t>Close two underperforming outlets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Questions: commercial@halden.example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Business Review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